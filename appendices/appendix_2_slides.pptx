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9" r:id="rId3"/>
    <p:sldId id="270" r:id="rId4"/>
    <p:sldId id="271" r:id="rId5"/>
    <p:sldId id="268" r:id="rId6"/>
    <p:sldId id="263" r:id="rId7"/>
    <p:sldId id="272" r:id="rId8"/>
    <p:sldId id="275" r:id="rId9"/>
    <p:sldId id="265" r:id="rId10"/>
    <p:sldId id="274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1003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D83EA-C9AA-44C1-9B3F-3F816FAB373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15266-0A21-4580-AD77-8D8E1A32B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5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5266-0A21-4580-AD77-8D8E1A32BE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29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5266-0A21-4580-AD77-8D8E1A32BE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7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5266-0A21-4580-AD77-8D8E1A32BE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81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5266-0A21-4580-AD77-8D8E1A32BE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81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F0ED4-5B72-88EF-102F-D5CA7512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CC11E-5EFD-732A-D248-2FBDFC6B3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494E6-ACB4-2D9C-0703-06846CD33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F21B6-2AE8-7F86-675D-7B67911E9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15266-0A21-4580-AD77-8D8E1A32BE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571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5266-0A21-4580-AD77-8D8E1A32BE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46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5266-0A21-4580-AD77-8D8E1A32BE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48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79B8-9C0A-404A-8493-37642401B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5F88F-DD33-4A58-9864-45FB9BA70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31361-C85F-42C4-84BE-E01B5DAF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414E9-EFD8-4433-AC7B-91034061A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AE9CF-D58F-4273-B1DB-F278AE9C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5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EA94-8D03-40F3-97D7-3EA0F3D5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B8A04-5252-4112-9BCE-62DF366E6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2FB33-7050-45B7-96A6-C7A9D7D72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9875E-E80D-4448-AE50-3478B544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E85FC-981D-49A6-B4EE-1F38EE5E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2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9C36-8A9B-4DF8-B7D2-96DEB5A4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3945F-AFDC-4DD9-9687-719F37652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43EB7-DF8D-4F1D-8199-DD989B5D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FE6B0-0596-47B3-9B7C-72F7F80CA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69EF-D152-48B8-A273-0AB137D4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6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3178-2F99-4CB5-A654-102C8CA3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D723A-6804-48B1-9BC1-512E8CDDC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89226-F57F-4C98-98F7-C9C29B663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ABFD5-A032-4177-AA5C-1FB8EBF3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5D953-7CA5-4D56-B9F8-9008E1A6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A9356-E4EB-4C94-B059-C819362D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8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A4CF-BE20-43E5-BE9D-4219A864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7632E-612B-48A9-951A-F317AF1C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50FEE-FFD9-495A-9F72-C933DD255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05CEAE-DF39-4637-B187-5D3FC36D7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4F82A-CDE6-4062-BF72-705DA1F73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00315-A022-4E70-8E4D-1440ED34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C0BCF5-D763-43FB-A222-9755F1D8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F64EE-05F8-4BE1-A1A2-D58DFEDA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1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7F86-A1E1-483F-B065-4D5B989F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F7EC0-8B4D-4DF5-93D1-2E91BB67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AC9F0-259C-4A55-88E4-D4A7845C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42D12-DAB9-49A7-9D40-25A63AF5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6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CCE6B-FE55-47A5-87C6-65087226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81D94-CA80-45AF-8FF3-339249EC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EC793-6050-4394-97CC-AE7C44F8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1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F305-F663-4CA2-A469-329B60A58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F11A9-E30C-4A06-A613-ABCB22498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D7905-7493-45A1-9180-CB15114B2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F0061-78FD-4EA9-9900-584FC9EC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B6EE5-2060-4FF8-AA3E-4199FE5E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1874E-2C9B-4B5D-81D8-7B3D3DC2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48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5353-0EE1-4A15-A3C1-D9324DCD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E3762-9DE6-4721-BB3D-E902FAFD3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4A36A-3501-4F08-97CA-A6DEB8866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AE1F6-974D-47EF-8267-30B0B0D1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9A4C8-5738-4D9D-894E-7DF199E9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6AC34-EF04-48AD-BE14-E17C0FE2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5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D823-75D4-4BAC-9D6E-47217E4E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24E79-E121-498F-A675-038EA53A0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E8F9-4F89-4CEF-AFC3-7ED41A0E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DB800-37BF-43CB-A13B-1BDA9467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22184-FDEF-47B1-A2E9-C1B436E5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2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2E318-AF81-4673-A2AE-B079CA6F9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DC8F81-3599-4030-87AE-251409330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ACBE6-E86A-4607-8400-0ED0B0A1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00BA2-3636-4017-A935-BF94E494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5876B-CEB2-479E-BF74-6018159F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9A8E3-989C-4347-A983-C8F2A105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1102-1EE8-4AF7-AECB-E5F07E86D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6BEF7-0C5F-4294-BC7B-037DCE30D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A528F-4938-4EE3-ABE6-E103CF675FAD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36E0F-CE44-4771-B57E-696826515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37372-C49E-43D2-BB6E-5157B13E0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BAAED-2930-4FF8-91AD-2BCE941D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6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399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8C5132-97F3-4982-88FA-0DB82DC8F6B8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9935B-6EF3-4DD3-B21B-D1CBBEDB18B2}"/>
              </a:ext>
            </a:extLst>
          </p:cNvPr>
          <p:cNvSpPr txBox="1"/>
          <p:nvPr/>
        </p:nvSpPr>
        <p:spPr>
          <a:xfrm>
            <a:off x="4981719" y="3795291"/>
            <a:ext cx="2228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Starting Position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739D6-35B1-41A8-B52B-85443411271F}"/>
              </a:ext>
            </a:extLst>
          </p:cNvPr>
          <p:cNvSpPr txBox="1"/>
          <p:nvPr/>
        </p:nvSpPr>
        <p:spPr>
          <a:xfrm>
            <a:off x="9093002" y="4065786"/>
            <a:ext cx="995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Target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94F992-DF8C-46FD-88E0-34F3B547238E}"/>
              </a:ext>
            </a:extLst>
          </p:cNvPr>
          <p:cNvSpPr>
            <a:spLocks noChangeAspect="1"/>
          </p:cNvSpPr>
          <p:nvPr/>
        </p:nvSpPr>
        <p:spPr>
          <a:xfrm>
            <a:off x="5566115" y="2418165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E65CC-B717-406C-9927-C35D61558141}"/>
              </a:ext>
            </a:extLst>
          </p:cNvPr>
          <p:cNvSpPr txBox="1"/>
          <p:nvPr/>
        </p:nvSpPr>
        <p:spPr>
          <a:xfrm>
            <a:off x="4661091" y="2054877"/>
            <a:ext cx="1087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Cursor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88FFF-2CAD-4FF3-88AD-B9077AB0E338}"/>
              </a:ext>
            </a:extLst>
          </p:cNvPr>
          <p:cNvSpPr txBox="1"/>
          <p:nvPr/>
        </p:nvSpPr>
        <p:spPr>
          <a:xfrm>
            <a:off x="4856869" y="151690"/>
            <a:ext cx="247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Reaching task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D0F081-97BD-4FA8-9185-AFCBC3323486}"/>
              </a:ext>
            </a:extLst>
          </p:cNvPr>
          <p:cNvSpPr>
            <a:spLocks noChangeAspect="1"/>
          </p:cNvSpPr>
          <p:nvPr/>
        </p:nvSpPr>
        <p:spPr>
          <a:xfrm>
            <a:off x="5867398" y="5305864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541AA0-DFA2-4D09-98AF-9C15CBF87DCB}"/>
              </a:ext>
            </a:extLst>
          </p:cNvPr>
          <p:cNvGrpSpPr/>
          <p:nvPr/>
        </p:nvGrpSpPr>
        <p:grpSpPr>
          <a:xfrm rot="5400000">
            <a:off x="5867397" y="1047626"/>
            <a:ext cx="457201" cy="4668128"/>
            <a:chOff x="6019798" y="1247336"/>
            <a:chExt cx="457201" cy="46681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BFCA73C-7F54-4C80-9EF5-C3FE90021C9B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6019799" y="1247336"/>
              <a:ext cx="457200" cy="457200"/>
            </a:xfrm>
            <a:prstGeom prst="ellipse">
              <a:avLst/>
            </a:prstGeom>
            <a:solidFill>
              <a:srgbClr val="0000E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6350">
                  <a:solidFill>
                    <a:srgbClr val="FFFF00"/>
                  </a:solidFill>
                </a:ln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48F2839-A609-4AEB-AC32-84178CD2A372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6019798" y="5458264"/>
              <a:ext cx="457200" cy="457200"/>
            </a:xfrm>
            <a:prstGeom prst="ellipse">
              <a:avLst/>
            </a:prstGeom>
            <a:solidFill>
              <a:srgbClr val="0000E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6350">
                  <a:solidFill>
                    <a:srgbClr val="FFFF00"/>
                  </a:solidFill>
                </a:ln>
              </a:endParaRP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F51ECD-29C8-4051-A64F-4669F781DF9D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H="1" flipV="1">
            <a:off x="8430062" y="3381691"/>
            <a:ext cx="1160879" cy="68409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247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399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8C5132-97F3-4982-88FA-0DB82DC8F6B8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94F992-DF8C-46FD-88E0-34F3B547238E}"/>
              </a:ext>
            </a:extLst>
          </p:cNvPr>
          <p:cNvSpPr>
            <a:spLocks noChangeAspect="1"/>
          </p:cNvSpPr>
          <p:nvPr/>
        </p:nvSpPr>
        <p:spPr>
          <a:xfrm>
            <a:off x="5498122" y="2788919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88FFF-2CAD-4FF3-88AD-B9077AB0E338}"/>
              </a:ext>
            </a:extLst>
          </p:cNvPr>
          <p:cNvSpPr txBox="1"/>
          <p:nvPr/>
        </p:nvSpPr>
        <p:spPr>
          <a:xfrm>
            <a:off x="4856869" y="151690"/>
            <a:ext cx="247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Reaching 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1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0.00185 L 0.01263 0.05949 L 0.04154 0.08009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399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8C5132-97F3-4982-88FA-0DB82DC8F6B8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94F992-DF8C-46FD-88E0-34F3B547238E}"/>
              </a:ext>
            </a:extLst>
          </p:cNvPr>
          <p:cNvSpPr>
            <a:spLocks noChangeAspect="1"/>
          </p:cNvSpPr>
          <p:nvPr/>
        </p:nvSpPr>
        <p:spPr>
          <a:xfrm>
            <a:off x="6004558" y="3337559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88FFF-2CAD-4FF3-88AD-B9077AB0E338}"/>
              </a:ext>
            </a:extLst>
          </p:cNvPr>
          <p:cNvSpPr txBox="1"/>
          <p:nvPr/>
        </p:nvSpPr>
        <p:spPr>
          <a:xfrm>
            <a:off x="4856869" y="151690"/>
            <a:ext cx="247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Reaching 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27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.01953 -0.308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-1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399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8C5132-97F3-4982-88FA-0DB82DC8F6B8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88FFF-2CAD-4FF3-88AD-B9077AB0E338}"/>
              </a:ext>
            </a:extLst>
          </p:cNvPr>
          <p:cNvSpPr txBox="1"/>
          <p:nvPr/>
        </p:nvSpPr>
        <p:spPr>
          <a:xfrm>
            <a:off x="4856869" y="151690"/>
            <a:ext cx="247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Reaching Task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E7C94F-6B57-4725-965E-738F58D9283F}"/>
              </a:ext>
            </a:extLst>
          </p:cNvPr>
          <p:cNvSpPr>
            <a:spLocks noChangeAspect="1"/>
          </p:cNvSpPr>
          <p:nvPr/>
        </p:nvSpPr>
        <p:spPr>
          <a:xfrm>
            <a:off x="6240778" y="1224476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6B0988-D8AE-461F-A0A2-3A089BD7D21F}"/>
              </a:ext>
            </a:extLst>
          </p:cNvPr>
          <p:cNvSpPr>
            <a:spLocks noChangeAspect="1"/>
          </p:cNvSpPr>
          <p:nvPr/>
        </p:nvSpPr>
        <p:spPr>
          <a:xfrm>
            <a:off x="3676646" y="1009647"/>
            <a:ext cx="4838703" cy="48387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9896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399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94F992-DF8C-46FD-88E0-34F3B547238E}"/>
              </a:ext>
            </a:extLst>
          </p:cNvPr>
          <p:cNvSpPr>
            <a:spLocks noChangeAspect="1"/>
          </p:cNvSpPr>
          <p:nvPr/>
        </p:nvSpPr>
        <p:spPr>
          <a:xfrm>
            <a:off x="6167116" y="2710521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388FFF-2CAD-4FF3-88AD-B9077AB0E338}"/>
              </a:ext>
            </a:extLst>
          </p:cNvPr>
          <p:cNvSpPr txBox="1"/>
          <p:nvPr/>
        </p:nvSpPr>
        <p:spPr>
          <a:xfrm>
            <a:off x="4856869" y="151690"/>
            <a:ext cx="247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Reaching Task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FED4D7-773B-431C-B09F-6E86FA320C51}"/>
              </a:ext>
            </a:extLst>
          </p:cNvPr>
          <p:cNvSpPr>
            <a:spLocks noChangeAspect="1"/>
          </p:cNvSpPr>
          <p:nvPr/>
        </p:nvSpPr>
        <p:spPr>
          <a:xfrm>
            <a:off x="5436281" y="2769282"/>
            <a:ext cx="1319434" cy="1319434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114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400" y="3200400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BA0333-E74B-4CB4-84F1-9DEA19D5FB86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1101F-7DEB-4117-9679-1D409C361D62}"/>
              </a:ext>
            </a:extLst>
          </p:cNvPr>
          <p:cNvSpPr txBox="1"/>
          <p:nvPr/>
        </p:nvSpPr>
        <p:spPr>
          <a:xfrm>
            <a:off x="4470203" y="155360"/>
            <a:ext cx="3251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Feedback Type 1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ECA78E-BD08-4106-9B34-656C6406A7CA}"/>
              </a:ext>
            </a:extLst>
          </p:cNvPr>
          <p:cNvCxnSpPr>
            <a:cxnSpLocks/>
            <a:endCxn id="8" idx="6"/>
          </p:cNvCxnSpPr>
          <p:nvPr/>
        </p:nvCxnSpPr>
        <p:spPr>
          <a:xfrm flipV="1">
            <a:off x="6095999" y="1323536"/>
            <a:ext cx="228600" cy="210546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4D1A79-DCB2-489C-AB6C-A68CCD44D01E}"/>
              </a:ext>
            </a:extLst>
          </p:cNvPr>
          <p:cNvSpPr txBox="1"/>
          <p:nvPr/>
        </p:nvSpPr>
        <p:spPr>
          <a:xfrm>
            <a:off x="6324599" y="2066882"/>
            <a:ext cx="299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Hand and Cursor Path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343EF-AD4C-4383-8AAD-B42FCEBC41B0}"/>
              </a:ext>
            </a:extLst>
          </p:cNvPr>
          <p:cNvSpPr txBox="1"/>
          <p:nvPr/>
        </p:nvSpPr>
        <p:spPr>
          <a:xfrm>
            <a:off x="2104103" y="5625904"/>
            <a:ext cx="796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Move your hand directly toward the target.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0604A8-10D0-4CFD-9E99-67D276B011D0}"/>
              </a:ext>
            </a:extLst>
          </p:cNvPr>
          <p:cNvSpPr>
            <a:spLocks noChangeAspect="1"/>
          </p:cNvSpPr>
          <p:nvPr/>
        </p:nvSpPr>
        <p:spPr>
          <a:xfrm>
            <a:off x="6233159" y="1232096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5721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400" y="3200400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BA0333-E74B-4CB4-84F1-9DEA19D5FB86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1101F-7DEB-4117-9679-1D409C361D62}"/>
              </a:ext>
            </a:extLst>
          </p:cNvPr>
          <p:cNvSpPr txBox="1"/>
          <p:nvPr/>
        </p:nvSpPr>
        <p:spPr>
          <a:xfrm>
            <a:off x="4470203" y="155360"/>
            <a:ext cx="3251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Feedback Type 2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ECA78E-BD08-4106-9B34-656C6406A7CA}"/>
              </a:ext>
            </a:extLst>
          </p:cNvPr>
          <p:cNvCxnSpPr>
            <a:cxnSpLocks/>
            <a:endCxn id="8" idx="6"/>
          </p:cNvCxnSpPr>
          <p:nvPr/>
        </p:nvCxnSpPr>
        <p:spPr>
          <a:xfrm flipV="1">
            <a:off x="6095999" y="1323536"/>
            <a:ext cx="228600" cy="210546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4D1A79-DCB2-489C-AB6C-A68CCD44D01E}"/>
              </a:ext>
            </a:extLst>
          </p:cNvPr>
          <p:cNvSpPr txBox="1"/>
          <p:nvPr/>
        </p:nvSpPr>
        <p:spPr>
          <a:xfrm>
            <a:off x="4000499" y="864103"/>
            <a:ext cx="176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Hand Path 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E7F58D-75EA-420B-93EB-D8713669C7FA}"/>
              </a:ext>
            </a:extLst>
          </p:cNvPr>
          <p:cNvCxnSpPr>
            <a:cxnSpLocks/>
          </p:cNvCxnSpPr>
          <p:nvPr/>
        </p:nvCxnSpPr>
        <p:spPr>
          <a:xfrm flipH="1" flipV="1">
            <a:off x="4675240" y="1780736"/>
            <a:ext cx="1420759" cy="16733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26D13A3-0300-46D7-861B-419E11808BE8}"/>
              </a:ext>
            </a:extLst>
          </p:cNvPr>
          <p:cNvSpPr>
            <a:spLocks noChangeAspect="1"/>
          </p:cNvSpPr>
          <p:nvPr/>
        </p:nvSpPr>
        <p:spPr>
          <a:xfrm>
            <a:off x="4583799" y="1689296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993276-178B-4C5D-BF49-BF9F94AB74A8}"/>
              </a:ext>
            </a:extLst>
          </p:cNvPr>
          <p:cNvSpPr txBox="1"/>
          <p:nvPr/>
        </p:nvSpPr>
        <p:spPr>
          <a:xfrm>
            <a:off x="2366962" y="2183866"/>
            <a:ext cx="263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Cursor Paths 1 &amp; 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FD8BAF-B84B-44C9-AB80-C81A7739D098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5867399" y="1323536"/>
            <a:ext cx="228600" cy="208034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406A56-564A-4E91-BE24-6F34DDE8A759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884420" y="1325768"/>
            <a:ext cx="929639" cy="3635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61DA24-3979-4BD2-891D-FF227BE5D24B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6377938" y="1325768"/>
            <a:ext cx="1112522" cy="3635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A5E7C5-D1DB-4069-874B-060CEE78B7E8}"/>
              </a:ext>
            </a:extLst>
          </p:cNvPr>
          <p:cNvSpPr txBox="1"/>
          <p:nvPr/>
        </p:nvSpPr>
        <p:spPr>
          <a:xfrm>
            <a:off x="6606539" y="864103"/>
            <a:ext cx="176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Hand Path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15EE32-50C4-462F-942C-A82143E1A92C}"/>
              </a:ext>
            </a:extLst>
          </p:cNvPr>
          <p:cNvSpPr txBox="1"/>
          <p:nvPr/>
        </p:nvSpPr>
        <p:spPr>
          <a:xfrm>
            <a:off x="304801" y="5549087"/>
            <a:ext cx="11562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Ignore the cursor and move your hand directly toward the target.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03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DC59B-B7F9-F13B-D274-56362D1C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152FDDF-780D-22A0-E8C4-0475433DB903}"/>
              </a:ext>
            </a:extLst>
          </p:cNvPr>
          <p:cNvSpPr>
            <a:spLocks noChangeAspect="1"/>
          </p:cNvSpPr>
          <p:nvPr/>
        </p:nvSpPr>
        <p:spPr>
          <a:xfrm>
            <a:off x="5867400" y="3200400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6350">
                <a:solidFill>
                  <a:srgbClr val="FFFF00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1F938B-FEC7-DFB2-003A-8625AE05B403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6350">
                <a:solidFill>
                  <a:srgbClr val="FFFF00"/>
                </a:solidFill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005BB-DC3F-7E0E-1959-7C4BB63435B2}"/>
              </a:ext>
            </a:extLst>
          </p:cNvPr>
          <p:cNvSpPr txBox="1"/>
          <p:nvPr/>
        </p:nvSpPr>
        <p:spPr>
          <a:xfrm>
            <a:off x="4470203" y="155360"/>
            <a:ext cx="3251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Type 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973E70-389E-B65A-F754-B1636DF2C21E}"/>
              </a:ext>
            </a:extLst>
          </p:cNvPr>
          <p:cNvCxnSpPr>
            <a:cxnSpLocks/>
            <a:endCxn id="8" idx="6"/>
          </p:cNvCxnSpPr>
          <p:nvPr/>
        </p:nvCxnSpPr>
        <p:spPr>
          <a:xfrm flipV="1">
            <a:off x="6095999" y="1323536"/>
            <a:ext cx="228600" cy="210546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2D6436-A6B6-9341-0341-E6F915A27B33}"/>
              </a:ext>
            </a:extLst>
          </p:cNvPr>
          <p:cNvSpPr txBox="1"/>
          <p:nvPr/>
        </p:nvSpPr>
        <p:spPr>
          <a:xfrm>
            <a:off x="6409426" y="2066882"/>
            <a:ext cx="1500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Hand Path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89F11C-8C2F-34EB-EC94-47FE530057B4}"/>
              </a:ext>
            </a:extLst>
          </p:cNvPr>
          <p:cNvSpPr txBox="1"/>
          <p:nvPr/>
        </p:nvSpPr>
        <p:spPr>
          <a:xfrm>
            <a:off x="2104103" y="5625904"/>
            <a:ext cx="796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 your hand directly toward the target.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990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400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BF9AE-2E87-4B59-92C4-7AB12C915661}"/>
              </a:ext>
            </a:extLst>
          </p:cNvPr>
          <p:cNvSpPr txBox="1"/>
          <p:nvPr/>
        </p:nvSpPr>
        <p:spPr>
          <a:xfrm>
            <a:off x="5897879" y="2289129"/>
            <a:ext cx="48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BA0333-E74B-4CB4-84F1-9DEA19D5FB86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0604A8-10D0-4CFD-9E99-67D276B011D0}"/>
              </a:ext>
            </a:extLst>
          </p:cNvPr>
          <p:cNvSpPr>
            <a:spLocks noChangeAspect="1"/>
          </p:cNvSpPr>
          <p:nvPr/>
        </p:nvSpPr>
        <p:spPr>
          <a:xfrm>
            <a:off x="6005730" y="3337560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7F5F3-1976-4B01-ABF1-81FC95AA7B26}"/>
              </a:ext>
            </a:extLst>
          </p:cNvPr>
          <p:cNvSpPr txBox="1"/>
          <p:nvPr/>
        </p:nvSpPr>
        <p:spPr>
          <a:xfrm>
            <a:off x="2604186" y="5325026"/>
            <a:ext cx="7149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Move toward the target and ignore the Ts.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67F6A-525A-4DE7-82F7-317C54FE37D3}"/>
              </a:ext>
            </a:extLst>
          </p:cNvPr>
          <p:cNvSpPr txBox="1"/>
          <p:nvPr/>
        </p:nvSpPr>
        <p:spPr>
          <a:xfrm>
            <a:off x="3246441" y="226059"/>
            <a:ext cx="5699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Single 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15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C965E4-771B-42E0-AEB1-A4EA6B809186}"/>
              </a:ext>
            </a:extLst>
          </p:cNvPr>
          <p:cNvSpPr>
            <a:spLocks noChangeAspect="1"/>
          </p:cNvSpPr>
          <p:nvPr/>
        </p:nvSpPr>
        <p:spPr>
          <a:xfrm>
            <a:off x="5867398" y="3200400"/>
            <a:ext cx="457200" cy="457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BF9AE-2E87-4B59-92C4-7AB12C915661}"/>
              </a:ext>
            </a:extLst>
          </p:cNvPr>
          <p:cNvSpPr txBox="1"/>
          <p:nvPr/>
        </p:nvSpPr>
        <p:spPr>
          <a:xfrm>
            <a:off x="5897879" y="2289129"/>
            <a:ext cx="480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BA0333-E74B-4CB4-84F1-9DEA19D5FB86}"/>
              </a:ext>
            </a:extLst>
          </p:cNvPr>
          <p:cNvSpPr>
            <a:spLocks noChangeAspect="1"/>
          </p:cNvSpPr>
          <p:nvPr/>
        </p:nvSpPr>
        <p:spPr>
          <a:xfrm>
            <a:off x="5867399" y="1094936"/>
            <a:ext cx="457200" cy="457200"/>
          </a:xfrm>
          <a:prstGeom prst="ellipse">
            <a:avLst/>
          </a:prstGeom>
          <a:solidFill>
            <a:srgbClr val="0000E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0604A8-10D0-4CFD-9E99-67D276B011D0}"/>
              </a:ext>
            </a:extLst>
          </p:cNvPr>
          <p:cNvSpPr>
            <a:spLocks noChangeAspect="1"/>
          </p:cNvSpPr>
          <p:nvPr/>
        </p:nvSpPr>
        <p:spPr>
          <a:xfrm>
            <a:off x="6005730" y="3337560"/>
            <a:ext cx="182880" cy="18288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7F5F3-1976-4B01-ABF1-81FC95AA7B26}"/>
              </a:ext>
            </a:extLst>
          </p:cNvPr>
          <p:cNvSpPr txBox="1"/>
          <p:nvPr/>
        </p:nvSpPr>
        <p:spPr>
          <a:xfrm>
            <a:off x="1630392" y="5346153"/>
            <a:ext cx="9368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Move to the target and count the number of target Ts.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67F6A-525A-4DE7-82F7-317C54FE37D3}"/>
              </a:ext>
            </a:extLst>
          </p:cNvPr>
          <p:cNvSpPr txBox="1"/>
          <p:nvPr/>
        </p:nvSpPr>
        <p:spPr>
          <a:xfrm>
            <a:off x="2491517" y="207887"/>
            <a:ext cx="7208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Dual 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9EF4DC-4F8B-41CA-9E81-65DBD03B2F63}"/>
              </a:ext>
            </a:extLst>
          </p:cNvPr>
          <p:cNvSpPr txBox="1"/>
          <p:nvPr/>
        </p:nvSpPr>
        <p:spPr>
          <a:xfrm>
            <a:off x="4285316" y="192295"/>
            <a:ext cx="3702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Visual Task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CE75D-1B02-4CB8-B71F-4B593BC887C6}"/>
              </a:ext>
            </a:extLst>
          </p:cNvPr>
          <p:cNvSpPr txBox="1"/>
          <p:nvPr/>
        </p:nvSpPr>
        <p:spPr>
          <a:xfrm>
            <a:off x="3936608" y="2697093"/>
            <a:ext cx="4318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	</a:t>
            </a:r>
            <a:r>
              <a:rPr lang="en-US" sz="3600" dirty="0">
                <a:solidFill>
                  <a:srgbClr val="FF0000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rgbClr val="00B050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chemeClr val="accent1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chemeClr val="accent2"/>
                </a:solidFill>
              </a:rPr>
              <a:t>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2FE30-1DF5-40B8-9C1D-F46117B49F0D}"/>
              </a:ext>
            </a:extLst>
          </p:cNvPr>
          <p:cNvSpPr txBox="1"/>
          <p:nvPr/>
        </p:nvSpPr>
        <p:spPr>
          <a:xfrm>
            <a:off x="4655817" y="1742050"/>
            <a:ext cx="2780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Possible Letters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4C2C6-D154-41E9-AA91-254166280BB8}"/>
              </a:ext>
            </a:extLst>
          </p:cNvPr>
          <p:cNvSpPr txBox="1"/>
          <p:nvPr/>
        </p:nvSpPr>
        <p:spPr>
          <a:xfrm rot="10800000">
            <a:off x="3669322" y="3713692"/>
            <a:ext cx="4318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chemeClr val="accent1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rgbClr val="00B050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</a:t>
            </a:r>
            <a:r>
              <a:rPr lang="en-US" sz="3600" dirty="0">
                <a:solidFill>
                  <a:srgbClr val="FF0000"/>
                </a:solidFill>
              </a:rPr>
              <a:t>T</a:t>
            </a:r>
            <a:r>
              <a:rPr lang="en-US" sz="3600" dirty="0">
                <a:solidFill>
                  <a:schemeClr val="bg1"/>
                </a:solidFill>
              </a:rPr>
              <a:t>	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4EB65-C3A8-450C-AD1C-D6A6A8DB9E45}"/>
              </a:ext>
            </a:extLst>
          </p:cNvPr>
          <p:cNvSpPr txBox="1"/>
          <p:nvPr/>
        </p:nvSpPr>
        <p:spPr>
          <a:xfrm>
            <a:off x="1056246" y="2651395"/>
            <a:ext cx="2880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Upright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3169F-4FA0-4607-A7AB-25E0D6B2471A}"/>
              </a:ext>
            </a:extLst>
          </p:cNvPr>
          <p:cNvSpPr txBox="1"/>
          <p:nvPr/>
        </p:nvSpPr>
        <p:spPr>
          <a:xfrm>
            <a:off x="1056246" y="3713691"/>
            <a:ext cx="2880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Inverted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96F2AEB-7B06-4534-A0DE-3CA10A758EFA}"/>
              </a:ext>
            </a:extLst>
          </p:cNvPr>
          <p:cNvSpPr>
            <a:spLocks noChangeAspect="1"/>
          </p:cNvSpPr>
          <p:nvPr/>
        </p:nvSpPr>
        <p:spPr>
          <a:xfrm>
            <a:off x="4734948" y="2694199"/>
            <a:ext cx="640080" cy="640080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E1E6C0-D49C-4569-A0EF-E2F7403E7517}"/>
              </a:ext>
            </a:extLst>
          </p:cNvPr>
          <p:cNvSpPr>
            <a:spLocks noChangeAspect="1"/>
          </p:cNvSpPr>
          <p:nvPr/>
        </p:nvSpPr>
        <p:spPr>
          <a:xfrm>
            <a:off x="5628248" y="3748079"/>
            <a:ext cx="640080" cy="640080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843A7C-8D06-4C33-8631-B9B8AEAA27E7}"/>
              </a:ext>
            </a:extLst>
          </p:cNvPr>
          <p:cNvSpPr txBox="1"/>
          <p:nvPr/>
        </p:nvSpPr>
        <p:spPr>
          <a:xfrm>
            <a:off x="3309603" y="5519294"/>
            <a:ext cx="3841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Count the number of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BC31B-206A-4BFC-8F54-793DF1C634E5}"/>
              </a:ext>
            </a:extLst>
          </p:cNvPr>
          <p:cNvSpPr txBox="1"/>
          <p:nvPr/>
        </p:nvSpPr>
        <p:spPr>
          <a:xfrm>
            <a:off x="6961159" y="5471263"/>
            <a:ext cx="1303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 </a:t>
            </a:r>
            <a:r>
              <a:rPr lang="en-US" sz="3600" dirty="0">
                <a:solidFill>
                  <a:schemeClr val="bg1"/>
                </a:solidFill>
              </a:rPr>
              <a:t>and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98EBF1-22E3-4FAB-814D-84BD42A62908}"/>
              </a:ext>
            </a:extLst>
          </p:cNvPr>
          <p:cNvSpPr txBox="1"/>
          <p:nvPr/>
        </p:nvSpPr>
        <p:spPr>
          <a:xfrm rot="10800000">
            <a:off x="8146872" y="5471263"/>
            <a:ext cx="41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12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9EF4DC-4F8B-41CA-9E81-65DBD03B2F63}"/>
              </a:ext>
            </a:extLst>
          </p:cNvPr>
          <p:cNvSpPr txBox="1"/>
          <p:nvPr/>
        </p:nvSpPr>
        <p:spPr>
          <a:xfrm>
            <a:off x="3936608" y="155630"/>
            <a:ext cx="4318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Example Sequence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CE75D-1B02-4CB8-B71F-4B593BC887C6}"/>
              </a:ext>
            </a:extLst>
          </p:cNvPr>
          <p:cNvSpPr txBox="1"/>
          <p:nvPr/>
        </p:nvSpPr>
        <p:spPr>
          <a:xfrm>
            <a:off x="4494847" y="2487266"/>
            <a:ext cx="463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E1"/>
                </a:solidFill>
              </a:rPr>
              <a:t>T</a:t>
            </a:r>
            <a:endParaRPr lang="en-US" dirty="0">
              <a:solidFill>
                <a:srgbClr val="0000E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5EBDB-CBA9-4233-83D9-A9A721AB963C}"/>
              </a:ext>
            </a:extLst>
          </p:cNvPr>
          <p:cNvSpPr txBox="1"/>
          <p:nvPr/>
        </p:nvSpPr>
        <p:spPr>
          <a:xfrm rot="10800000">
            <a:off x="6459684" y="2486409"/>
            <a:ext cx="452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F340B-7839-49E6-A87C-BFFF53798908}"/>
              </a:ext>
            </a:extLst>
          </p:cNvPr>
          <p:cNvSpPr txBox="1"/>
          <p:nvPr/>
        </p:nvSpPr>
        <p:spPr>
          <a:xfrm rot="10800000">
            <a:off x="5090147" y="2487265"/>
            <a:ext cx="452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322C7-7073-4761-BEE2-F73EA5D86142}"/>
              </a:ext>
            </a:extLst>
          </p:cNvPr>
          <p:cNvSpPr txBox="1"/>
          <p:nvPr/>
        </p:nvSpPr>
        <p:spPr>
          <a:xfrm rot="10800000">
            <a:off x="7139938" y="2471379"/>
            <a:ext cx="452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09123-3D26-4566-AD7F-ACBD6442102F}"/>
              </a:ext>
            </a:extLst>
          </p:cNvPr>
          <p:cNvSpPr txBox="1"/>
          <p:nvPr/>
        </p:nvSpPr>
        <p:spPr>
          <a:xfrm>
            <a:off x="5780334" y="2486409"/>
            <a:ext cx="463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D3052E-EBF1-4D6C-9341-172498870927}"/>
              </a:ext>
            </a:extLst>
          </p:cNvPr>
          <p:cNvSpPr txBox="1"/>
          <p:nvPr/>
        </p:nvSpPr>
        <p:spPr>
          <a:xfrm>
            <a:off x="4399960" y="4261271"/>
            <a:ext cx="3392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Correct answer: 2.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DD54F8-DEF2-4CDC-AAD3-2789344EFE07}"/>
              </a:ext>
            </a:extLst>
          </p:cNvPr>
          <p:cNvSpPr>
            <a:spLocks noChangeAspect="1"/>
          </p:cNvSpPr>
          <p:nvPr/>
        </p:nvSpPr>
        <p:spPr>
          <a:xfrm>
            <a:off x="5681133" y="2471379"/>
            <a:ext cx="640080" cy="640080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75DF4F-0687-412B-9DE8-1944747B3879}"/>
              </a:ext>
            </a:extLst>
          </p:cNvPr>
          <p:cNvSpPr>
            <a:spLocks noChangeAspect="1"/>
          </p:cNvSpPr>
          <p:nvPr/>
        </p:nvSpPr>
        <p:spPr>
          <a:xfrm>
            <a:off x="6382399" y="2496017"/>
            <a:ext cx="640080" cy="640080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rgbClr val="FFFF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320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147</Words>
  <Application>Microsoft Office PowerPoint</Application>
  <PresentationFormat>Widescreen</PresentationFormat>
  <Paragraphs>50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Liddy</dc:creator>
  <cp:lastModifiedBy>Josh Liddy</cp:lastModifiedBy>
  <cp:revision>37</cp:revision>
  <dcterms:created xsi:type="dcterms:W3CDTF">2020-10-22T14:56:07Z</dcterms:created>
  <dcterms:modified xsi:type="dcterms:W3CDTF">2025-12-26T20:49:17Z</dcterms:modified>
</cp:coreProperties>
</file>